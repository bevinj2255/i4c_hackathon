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A1A2E"/>
                </a:solidFill>
              </a:defRPr>
            </a:pPr>
            <a:r>
              <a:t>AI-Based Restoration of Degraded Semiconductor Inspection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0066CC"/>
                </a:solidFill>
              </a:defRPr>
            </a:pPr>
            <a:r>
              <a:t>One fully-convolutional network removes speckle noise, removes Gaussian noise and super-resolves 2x in a single pass.</a:t>
            </a:r>
          </a:p>
          <a:p>
            <a:pPr>
              <a:defRPr sz="1400">
                <a:solidFill>
                  <a:srgbClr val="555566"/>
                </a:solidFill>
              </a:defRPr>
            </a:pP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Team: Web Shooters     |     Saintgits College of Engineering</a:t>
            </a: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Members: S Govind (Team Lead); Bevin Punnoose Jacob (ML Engineering &amp; Implementation); Renil James (Data Analysis &amp; Evaluation); Antony Thomas (Documentation &amp; Results)</a:t>
            </a: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Contact: govindinferno@gmail.com</a:t>
            </a:r>
          </a:p>
          <a:p>
            <a:pPr>
              <a:defRPr sz="1400">
                <a:solidFill>
                  <a:srgbClr val="555566"/>
                </a:solidFill>
              </a:defRPr>
            </a:pP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SEMICON India Hackathon 2026  •  KLA Problem Statement PS01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Problem Statement: 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Semiconductor inspection images decide whether a chip passes or fails. A single pixel of noise can hide a defect; a lost fine detail can hide a killer void.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Real inspection optics deliver degraded images: speckle noise, additive Gaussian noise, and reduced spatial resolution, applied in an undisclosed order.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Engineers currently work with the degraded image and accept the loss.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Task: learn the inverse transform. 128x128 noisy input -&gt; 256x256 clean output (and 256 -&gt; 512), matching ground truth as closely as possible.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Scored on three axes, all three of which we optimise explicitly: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Restoration quality: PSNR + SSIM + LPIPS, on in-distribution AND out-of-distribution content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End-to-end throughput on an NVIDIA H100, including disk I/O and pre/post-processing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Training and compute hygiene: reproducibility, clean experiment design, code quality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Dataset analysis: we reverse-engineered the degradation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3200 paired images. GT 256x256 in [0,1]; NoisyLR 128x128, deliberately outside [0,1].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First, what the data actually IS: the training ground truth is generic grayscale NATURAL imagery - foliage, books, buildings, printed text - not semiconductor inspection images. We checked rather than assumed.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Consequence: the hidden set's out-of-distribution half is most likely real semiconductor content, a domain absent from training. So we deliberately learn a content-agnostic local restoration operator rather than priors specific to this imagery.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KLA did not disclose the degradation parameters or their order. We recovered them from the pairs: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Downsampling is a 2x2 area average - residual std 0.0908, vs 0.1019 and 0.1006 for the two subsampling phases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Noise is applied AFTER downsampling - residual is spatially white (lag-1 correlation -0.044 / -0.026)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Speckle is multiplicative - residual variance rises linearly with pixel^2, r = 0.993 across 10 bins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Recovered model:  y = x + x·N(0, sigma_s^2) + N(0, sigma_g^2),  x = area_downsample(GT)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Measured: sigma_s 0.10-0.25, sigma_g 0.00-0.15, varying per image.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verify_degradation.py re-derives all of this and ABORTS if the simulator drifts.</a:t>
            </a:r>
          </a:p>
        </p:txBody>
      </p:sp>
      <p:pic>
        <p:nvPicPr>
          <p:cNvPr id="4" name="Picture 3" descr="degradation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19950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Proposed solution: the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1. Recover the forward degradation model from the provided pairs (above).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2. Generate unlimited fresh training pairs from clean GT using that model - new noise every epoch, noise levels drawn WIDER than measured.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3. Train on a 50/50 mix of real provided pairs and synthetic pairs.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Real pairs keep us anchored to the true test distribution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Synthetic pairs prevent memorising the 3200 fixed noise realisations, which is what the out-of-distribution half of the test set punishes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4. Single network does denoise + x2 upscale together. No staged pipeline: one pass is faster and avoids compounding one stage's errors into the next.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5. Clamp output to [0,1] inside the model - KLA does not clip, so out-of-range pixels are free avoidable error.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Augmentation: the 8-element dihedral group - valid because the degradation and its inverse are equivariant under it, NOT because the content is orientation-free (it is natural imagery, which has a canonical up).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Model architecture and design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RestoreNet: fully-convolutional residual CNN, 1,367,553 parameters.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conv3x3 -&gt; 16 residual blocks (64ch, residual scaling 0.1) -&gt; PixelShuffle x2 -&gt; conv3x3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Every convolution runs at INPUT resolution; one PixelShuffle at the end.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4x cheaper than working at output resolution - the throughput axis and the 4 GB training budget point the same way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No global skip from the input, unlike stock EDSR.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That skip assumes a clean input. Ours is noisy - it would pipe speckle straight into the prediction. Long skip runs from head features instead.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Fully convolutional, no hardcoded sizes: the same weights restore 128-&gt;256 and 256-&gt;512.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Input centred at 0.5 and never clipped - out-of-range values carry real information about the speckle.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Loss, training setup, and experiment hygiene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Loss: Charbonnier (smooth L1). Chosen over L2, which over-smooths exactly the fine detail the inspection task needs.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Optional edge/gradient term, evaluated as a separate one-variable experiment rather than stacked in by assumption.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Adam, lr 2e-4, cosine decay, batch 12, FULL 128x128 images (not crops). 25 epochs, 1.4 h wall clock.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Two settings were measured rather than assumed, and both flipped the default: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fp32 beats AMP fp16 by 5x on this GPU (20.1 vs 4.0 img/s). The GTX 16-series has no tensor cores, so autocast is pure overhead. Measuring it turned 29 epochs into 110.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Training crops were dropped: the measured receptive field is 72 px, larger than the 64 px crop planned, so cropped training would have fed the network zero-padding it never sees at inference.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Validation: 200 images held out by fixed seed, never trained on, sole basis for model selection.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Hygiene measures that are actually enforced in code, not just documented: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Every module runs as its own self-check (python src/model.py, etc.)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--overfit gate refuses to pass unless the model beats bicubic on its own training images - verified by mutation testing that it FAILS on a swapped target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Checkpoints and logs are named per config, so two runs cannot overwrite each other's results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Seeds set and recorded in the checkpoint; training is resumable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Results: PSNR / SSIM / LPIPS vs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Held-out validation split, 200 images never seen in training.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Bicubic x2 baseline:      PSNR 23.234 dB   SSIM 0.5395   LPIPS 0.4369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 (ours):        PSNR 28.378 dB   SSIM 0.7477   LPIPS 0.2158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 + 8x TTA:      PSNR 28.449 dB   SSIM 0.7511   LPIPS 0.2257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An untrained network of identical shape is evaluated as a control, so the metrics are demonstrably measuring training and not architecture alone.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evaluate.py REFUSES to pass a checkpoint that does not beat the bicubic baseline.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Out-of-distribution probe (15 synthetic semiconductor-like patterns, absent from training): mean +2.56 dB vs bicubic, ahead on 14/15, best +12.20 dB.</a:t>
            </a:r>
          </a:p>
        </p:txBody>
      </p:sp>
      <p:pic>
        <p:nvPicPr>
          <p:cNvPr id="4" name="Picture 3" descr="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31350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Visual results, failure case,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Left to right: degraded input, bicubic x2, our restoration, ground truth.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The failure case is the WORST of 200 validation images by PSNR - selected by measurement, not chosen by eye.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Known limitations, stated plainly: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Charbonnier loss favours smooth solutions, so fine low-contrast texture in dark regions is over-smoothed. Visible in the median case, and the reason LPIPS improves less than PSNR does.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Trained and validated only on x2. 256-&gt;512 is supported by construction (fully convolutional) but is not represented in the released data.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Very dark regions carry little speckle signal, so there is less to recover there; those areas dominate the worst cases.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Trained on one overnight run on a 4 GB GPU - capacity, not method, is the current ceiling.</a:t>
            </a:r>
          </a:p>
        </p:txBody>
      </p:sp>
      <p:pic>
        <p:nvPicPr>
          <p:cNvPr id="4" name="Picture 3" descr="restored_wors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Technology, feasibility, and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Stack: PyTorch. Trained on NVIDIA GeForce GTX 1650 (4 GiB). No external datasets, no pretrained weights.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Model size: 1,367,553 parameters (~5 MB checkpoint).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End-to-end runtime is reported by inference.py itself and includes disk read, preprocessing, host&lt;-&gt;device transfer, model execution and saving - the full definition KLA benchmarks, not just the forward pass.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Deliberately lean: KLA's brief warns that unnecessarily large models lose throughput, so small is a design decision, not a limitation we are apologising for.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GitHub (public): https://github.com/bevinj2255/i4c_hackathon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Video: (optional, not submitted)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References: Lim et al. EDSR (CVPRW 2017); Shi et al. PixelShuffle (CVPR 2016); Zhai et al. IEEE Access 2023; Terven et al. AIR 2025; Kumar et al. IEEE Access 2024; Monga et al. IEEE SPM 2021.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